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charts/chart2.xml" ContentType="application/vnd.openxmlformats-officedocument.drawingml.chart+xml"/>
  <Override PartName="/ppt/charts/chart1.xml" ContentType="application/vnd.openxmlformats-officedocument.drawingml.chart+xml"/>
  <Override PartName="/ppt/charts/chart4.xml" ContentType="application/vnd.openxmlformats-officedocument.drawingml.chart+xml"/>
  <Override PartName="/ppt/charts/chart3.xml" ContentType="application/vnd.openxmlformats-officedocument.drawingml.chart+xml"/>
  <Override PartName="/ppt/slideLayouts/_rels/slideLayout2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media/image11.jpeg" ContentType="image/jpeg"/>
  <Override PartName="/ppt/media/image12.jpeg" ContentType="image/jpeg"/>
  <Override PartName="/ppt/media/image10.jpeg" ContentType="image/jpeg"/>
  <Override PartName="/ppt/media/image15.png" ContentType="image/png"/>
  <Override PartName="/ppt/media/image13.png" ContentType="image/png"/>
  <Override PartName="/ppt/media/image16.png" ContentType="image/png"/>
  <Override PartName="/ppt/media/image9.jpeg" ContentType="image/jpeg"/>
  <Override PartName="/ppt/media/image8.jpeg" ContentType="image/jpeg"/>
  <Override PartName="/ppt/media/image7.jpeg" ContentType="image/jpeg"/>
  <Override PartName="/ppt/media/image20.png" ContentType="image/png"/>
  <Override PartName="/ppt/media/image22.png" ContentType="image/png"/>
  <Override PartName="/ppt/media/image19.png" ContentType="image/png"/>
  <Override PartName="/ppt/media/image21.png" ContentType="image/png"/>
  <Override PartName="/ppt/media/image4.jpeg" ContentType="image/jpeg"/>
  <Override PartName="/ppt/media/image14.png" ContentType="image/png"/>
  <Override PartName="/ppt/media/image1.jpeg" ContentType="image/jpeg"/>
  <Override PartName="/ppt/media/image18.png" ContentType="image/png"/>
  <Override PartName="/ppt/media/image17.png" ContentType="image/png"/>
  <Override PartName="/ppt/media/image5.jpeg" ContentType="image/jpeg"/>
  <Override PartName="/ppt/media/image6.jpeg" ContentType="image/jpeg"/>
  <Override PartName="/ppt/media/image3.jpeg" ContentType="image/jpeg"/>
  <Override PartName="/ppt/media/image2.jpeg" ContentType="image/jpeg"/>
  <Override PartName="/ppt/presentation.xml" ContentType="application/vnd.openxmlformats-officedocument.presentationml.presentation.main+xml"/>
  <Override PartName="/ppt/theme/theme9.xml" ContentType="application/vnd.openxmlformats-officedocument.theme+xml"/>
  <Override PartName="/ppt/theme/theme16.xml" ContentType="application/vnd.openxmlformats-officedocument.theme+xml"/>
  <Override PartName="/ppt/theme/theme8.xml" ContentType="application/vnd.openxmlformats-officedocument.theme+xml"/>
  <Override PartName="/ppt/theme/theme15.xml" ContentType="application/vnd.openxmlformats-officedocument.theme+xml"/>
  <Override PartName="/ppt/theme/theme7.xml" ContentType="application/vnd.openxmlformats-officedocument.theme+xml"/>
  <Override PartName="/ppt/theme/theme10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5.xml" ContentType="application/vnd.openxmlformats-officedocument.theme+xml"/>
  <Override PartName="/ppt/theme/theme1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6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7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</p:sldMasterIdLst>
  <p:sldIdLst>
    <p:sldId id="256" r:id="rId24"/>
    <p:sldId id="257" r:id="rId25"/>
    <p:sldId id="258" r:id="rId26"/>
    <p:sldId id="259" r:id="rId27"/>
    <p:sldId id="260" r:id="rId28"/>
    <p:sldId id="261" r:id="rId29"/>
    <p:sldId id="262" r:id="rId30"/>
    <p:sldId id="263" r:id="rId31"/>
    <p:sldId id="264" r:id="rId32"/>
    <p:sldId id="265" r:id="rId33"/>
    <p:sldId id="266" r:id="rId34"/>
    <p:sldId id="267" r:id="rId35"/>
    <p:sldId id="268" r:id="rId3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" Target="slides/slide1.xml"/><Relationship Id="rId25" Type="http://schemas.openxmlformats.org/officeDocument/2006/relationships/slide" Target="slides/slide2.xml"/><Relationship Id="rId26" Type="http://schemas.openxmlformats.org/officeDocument/2006/relationships/slide" Target="slides/slide3.xml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slide" Target="slides/slide12.xml"/><Relationship Id="rId36" Type="http://schemas.openxmlformats.org/officeDocument/2006/relationships/slide" Target="slides/slide13.xml"/><Relationship Id="rId37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ffffff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ffffff"/>
                </a:solidFill>
                <a:latin typeface="Calibri"/>
              </a:rPr>
              <a:t>Заглавие диаграммы</a:t>
            </a:r>
          </a:p>
        </c:rich>
      </c:tx>
      <c:layout>
        <c:manualLayout>
          <c:xMode val="edge"/>
          <c:yMode val="edge"/>
          <c:x val="0.675230333097094"/>
          <c:y val="0.904451827242525"/>
        </c:manualLayout>
      </c:layout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004185"/>
            </a:solidFill>
            <a:ln w="0">
              <a:noFill/>
            </a:ln>
          </c:spPr>
          <c:invertIfNegative val="0"/>
          <c:dPt>
            <c:idx val="1"/>
            <c:invertIfNegative val="0"/>
            <c:spPr>
              <a:solidFill>
                <a:srgbClr val="00cccc"/>
              </a:solidFill>
              <a:ln w="0">
                <a:noFill/>
              </a:ln>
            </c:spPr>
          </c:dPt>
          <c:dLbls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5a5a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12199104"/>
        <c:axId val="41505257"/>
      </c:barChart>
      <c:catAx>
        <c:axId val="12199104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ffffff"/>
                </a:solidFill>
                <a:latin typeface="Calibri"/>
              </a:defRPr>
            </a:pPr>
          </a:p>
        </c:txPr>
        <c:crossAx val="41505257"/>
        <c:crosses val="autoZero"/>
        <c:auto val="1"/>
        <c:lblAlgn val="ctr"/>
        <c:lblOffset val="100"/>
        <c:noMultiLvlLbl val="0"/>
      </c:catAx>
      <c:valAx>
        <c:axId val="41505257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12199104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Продажи</a:t>
            </a:r>
          </a:p>
        </c:rich>
      </c:tx>
      <c:overlay val="0"/>
      <c:spPr>
        <a:noFill/>
        <a:ln w="0">
          <a:noFill/>
        </a:ln>
      </c:spPr>
    </c:title>
    <c:autoTitleDeleted val="0"/>
    <c:view3D>
      <c:rotX val="30"/>
      <c:rotY val="0"/>
      <c:rAngAx val="0"/>
      <c:perspective val="30"/>
    </c:view3D>
    <c:floor>
      <c:spPr>
        <a:solidFill>
          <a:srgbClr val="d9d9d9"/>
        </a:solidFill>
        <a:ln w="0">
          <a:noFill/>
        </a:ln>
      </c:spPr>
    </c:floor>
    <c:sideWall>
      <c:spPr>
        <a:solidFill>
          <a:srgbClr val="d9d9d9"/>
        </a:solidFill>
        <a:ln w="0">
          <a:noFill/>
        </a:ln>
      </c:spPr>
    </c:sideWall>
    <c:backWall>
      <c:spPr>
        <a:solidFill>
          <a:srgbClr val="d9d9d9"/>
        </a:solidFill>
        <a:ln w="0">
          <a:noFill/>
        </a:ln>
      </c:spPr>
    </c:backWall>
    <c:plotArea>
      <c:pie3D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00cccc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1e4590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solidFill>
                <a:srgbClr val="40c0ef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3"/>
            <c:spPr>
              <a:solidFill>
                <a:srgbClr val="f0dc81"/>
              </a:solidFill>
              <a:ln w="25560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</c:pie3DChart>
    </c:plotArea>
    <c:legend>
      <c:legendPos val="b"/>
      <c:overlay val="0"/>
      <c:spPr>
        <a:solidFill>
          <a:srgbClr val="40c0ef"/>
        </a:solidFill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b80b0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dc5e4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8802139"/>
        <c:axId val="71260377"/>
      </c:barChart>
      <c:catAx>
        <c:axId val="8802139"/>
        <c:scaling>
          <c:orientation val="minMax"/>
        </c:scaling>
        <c:delete val="0"/>
        <c:axPos val="b"/>
        <c:numFmt formatCode="&quot;Основной&quot;" sourceLinked="0"/>
        <c:majorTickMark val="out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71260377"/>
        <c:crosses val="autoZero"/>
        <c:auto val="1"/>
        <c:lblAlgn val="ctr"/>
        <c:lblOffset val="100"/>
        <c:noMultiLvlLbl val="0"/>
      </c:catAx>
      <c:valAx>
        <c:axId val="71260377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8802139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zero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ea7551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00cccc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74462636"/>
        <c:axId val="26423038"/>
      </c:barChart>
      <c:catAx>
        <c:axId val="74462636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26423038"/>
        <c:crosses val="autoZero"/>
        <c:auto val="1"/>
        <c:lblAlgn val="ctr"/>
        <c:lblOffset val="100"/>
        <c:noMultiLvlLbl val="0"/>
      </c:catAx>
      <c:valAx>
        <c:axId val="26423038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74462636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D1A0B73-9E75-4C6F-8D4C-53EAAC2F63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96E9549-0B85-423D-B464-34560A88B5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F296A27-47E9-44A0-8EBF-02EB4F42ECC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749F566-5EEB-49E3-988D-AE8ED0574EB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3A19F3E-6D91-4951-BB0D-8AC66778AD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A0886A14-1C20-4362-9757-B4AAE47164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B4EB0A0B-9991-4E3D-A29B-196C80570D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FD4E9F45-E53A-4C78-BC40-7630A3A469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D191152F-03A8-4628-BC37-4A2A31BA3DA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1FFAE762-F96C-4F11-AFC0-2E6C116CC97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F73D7F9C-4250-4E0E-8187-CC783F189F0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91ABF484-B601-4932-BAF8-B611ED2931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591E1FA9-E4E0-45F2-89E1-5B0F5DF8C7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60A1A36A-3871-4717-A33E-2E1C213733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75E64DC0-6F86-43BF-9445-D2B74CE3C2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9004A06B-D779-4013-80EE-E72E2824F90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FD37D315-42AC-4481-830E-5E7D849E27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F0FBCF3A-FDB1-4F72-BE38-E2E0BD1D1F5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DA46E99B-2F24-4603-A3F1-B4D9803F3C6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D3C08A64-3185-47CA-8045-446EB95B206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717D6429-CA84-4399-8A46-516B9CBFF8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9E21E388-2628-437E-B58E-C24E73AFE1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2.jpeg"/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2.jpeg"/><Relationship Id="rId3" Type="http://schemas.openxmlformats.org/officeDocument/2006/relationships/chart" Target="../charts/chart2.xml"/><Relationship Id="rId4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2.jpeg"/><Relationship Id="rId3" Type="http://schemas.openxmlformats.org/officeDocument/2006/relationships/chart" Target="../charts/chart3.xml"/><Relationship Id="rId4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2.jpeg"/><Relationship Id="rId3" Type="http://schemas.openxmlformats.org/officeDocument/2006/relationships/chart" Target="../charts/chart4.xml"/><Relationship Id="rId4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47190E5-AB16-4856-B1EE-46554A49EDFB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1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5CE48EA-4E87-4C39-BC6B-2173A58CF6A6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8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93807C7-8F3F-4166-B48D-62D3F27DD09B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1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A3C924D-2134-4F4E-9327-748597EC7534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4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50A0891-65E9-4A60-B606-6E966672A605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17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A74A155-93C9-463A-B295-0B5509243098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0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7938B9D-F051-40AE-A78A-07A75CB105A2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3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0AFC74E-A112-47D6-A9D7-BC964E3A37A9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6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6421CC1-1057-4CA9-864C-DC2BF003DBEF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9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9BFA6A8-528B-466D-AF64-AC4917D1C0FA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2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817E407-2C2F-4B5E-B232-7D59EF9C0EE0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35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BDEC0C2-1EE2-4448-924F-07C54B6C2A48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sldNum" idx="38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74901A8-ECBD-4779-81B2-E88FC5EAB974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41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4AB4D91-8D7D-438F-BFA7-2AF7BF9ECF05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sldNum" idx="44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46F4B87-B54F-4957-B3D4-BD66D4119EBA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ldNum" idx="47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C95AD34-7B24-447A-B8E2-D761FD0B1D2D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sldNum" idx="50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E40A3B6-6D02-4261-B70B-8F7B797D313A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ldNum" idx="53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D8FAB04-1788-4A97-AC85-E3FC57EEA101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Диаграмма 8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56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3E2CE91-BC1A-4044-853B-F26D1328D260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4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" name="Диаграмма 7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6" name="PlaceHolder 1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ldNum" idx="59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0E8E996-2DBE-434D-8AD1-FF0FDDBD784F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4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Диаграмма 10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0" name="PlaceHolder 1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ldNum" idx="62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CFA73C6-C638-4AFE-810A-CCCBB48ABC9F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4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" name="Диаграмма 11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4" name="PlaceHolder 1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sldNum" idx="65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DD3E68E-0C9E-4F39-A4FA-53F402642CBA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 txBox="1"/>
          <p:nvPr/>
        </p:nvSpPr>
        <p:spPr>
          <a:xfrm>
            <a:off x="7380000" y="900000"/>
            <a:ext cx="30600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Праздничная презентация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Бурмистров А.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"/>
          <p:cNvSpPr/>
          <p:nvPr/>
        </p:nvSpPr>
        <p:spPr>
          <a:xfrm>
            <a:off x="1939320" y="1828800"/>
            <a:ext cx="800820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ru-RU" sz="4000" spc="-1" strike="noStrike">
                <a:solidFill>
                  <a:srgbClr val="034185"/>
                </a:solidFill>
                <a:latin typeface="Montserrat"/>
              </a:rPr>
              <a:t>Праздничная презентация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2"/>
          <p:cNvSpPr/>
          <p:nvPr/>
        </p:nvSpPr>
        <p:spPr>
          <a:xfrm>
            <a:off x="3160800" y="3474720"/>
            <a:ext cx="55652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ru-RU" sz="2200" spc="-1" strike="noStrike">
                <a:solidFill>
                  <a:srgbClr val="a8a8a7"/>
                </a:solidFill>
                <a:latin typeface="Montserrat"/>
              </a:rPr>
              <a:t>23 Февраля и 8 Марта с котиками 🐱</a:t>
            </a:r>
            <a:br>
              <a:rPr sz="2200"/>
            </a:br>
            <a:r>
              <a:rPr b="0" lang="ru-RU" sz="2200" spc="-1" strike="noStrike">
                <a:solidFill>
                  <a:srgbClr val="a8a8a7"/>
                </a:solidFill>
                <a:latin typeface="Montserrat"/>
              </a:rPr>
              <a:t>(ОФЛАЙН-версия)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"/>
          <p:cNvSpPr/>
          <p:nvPr/>
        </p:nvSpPr>
        <p:spPr>
          <a:xfrm>
            <a:off x="1195560" y="731520"/>
            <a:ext cx="9495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000" spc="-1" strike="noStrike">
                <a:solidFill>
                  <a:srgbClr val="034185"/>
                </a:solidFill>
                <a:latin typeface="Montserrat"/>
              </a:rPr>
              <a:t>23 Февраля — День защитника Отечества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2"/>
          <p:cNvSpPr/>
          <p:nvPr/>
        </p:nvSpPr>
        <p:spPr>
          <a:xfrm>
            <a:off x="914400" y="2011680"/>
            <a:ext cx="5943240" cy="36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День защитника Отечества — важный праздник в России.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Поздравляем всех мужчин, защищающих нашу страну!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Желаем: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Крепкого здоровья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Мужества и силы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Удачи во всех начинаниях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Мирного неба над головой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С праздником! 🇷🇺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Picture 3" descr="image.png"/>
          <p:cNvPicPr/>
          <p:nvPr/>
        </p:nvPicPr>
        <p:blipFill>
          <a:blip r:embed="rId1"/>
          <a:stretch/>
        </p:blipFill>
        <p:spPr>
          <a:xfrm>
            <a:off x="6583680" y="1371600"/>
            <a:ext cx="4114440" cy="411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1"/>
          <p:cNvSpPr/>
          <p:nvPr/>
        </p:nvSpPr>
        <p:spPr>
          <a:xfrm>
            <a:off x="1872720" y="731520"/>
            <a:ext cx="81410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000" spc="-1" strike="noStrike">
                <a:solidFill>
                  <a:srgbClr val="034185"/>
                </a:solidFill>
                <a:latin typeface="Montserrat"/>
              </a:rPr>
              <a:t>Настоящим мужчинам посвящается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914400" y="2011680"/>
            <a:ext cx="594324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Вы — наша опора и защита!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💪 Сила духа и решительность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🎯 Целеустремлённость и надёжность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🤝 Верность слову и делу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❤️ Забота о близких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С Днём защитника Отечества! 🎖️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Picture 3" descr="image.png"/>
          <p:cNvPicPr/>
          <p:nvPr/>
        </p:nvPicPr>
        <p:blipFill>
          <a:blip r:embed="rId1"/>
          <a:stretch/>
        </p:blipFill>
        <p:spPr>
          <a:xfrm>
            <a:off x="6583680" y="1371600"/>
            <a:ext cx="4114440" cy="411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"/>
          <p:cNvSpPr/>
          <p:nvPr/>
        </p:nvSpPr>
        <p:spPr>
          <a:xfrm>
            <a:off x="1101600" y="731520"/>
            <a:ext cx="96832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000" spc="-1" strike="noStrike">
                <a:solidFill>
                  <a:srgbClr val="ff69b4"/>
                </a:solidFill>
                <a:latin typeface="Montserrat"/>
              </a:rPr>
              <a:t>8 Марта — Международный женский день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2"/>
          <p:cNvSpPr/>
          <p:nvPr/>
        </p:nvSpPr>
        <p:spPr>
          <a:xfrm>
            <a:off x="914400" y="2011680"/>
            <a:ext cx="59432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Дорогие женщины!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Поздравляем с самым весенним праздником!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Желаем: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Цветов, улыбок и внимания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Счастья и любви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Успехов во всех делах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Всегда быть прекрасными! 🌷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8" name="Picture 3" descr="image.png"/>
          <p:cNvPicPr/>
          <p:nvPr/>
        </p:nvPicPr>
        <p:blipFill>
          <a:blip r:embed="rId1"/>
          <a:stretch/>
        </p:blipFill>
        <p:spPr>
          <a:xfrm>
            <a:off x="6583680" y="1371600"/>
            <a:ext cx="4114440" cy="411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"/>
          <p:cNvSpPr/>
          <p:nvPr/>
        </p:nvSpPr>
        <p:spPr>
          <a:xfrm>
            <a:off x="3117240" y="731520"/>
            <a:ext cx="56523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000" spc="-1" strike="noStrike">
                <a:solidFill>
                  <a:srgbClr val="ff69b4"/>
                </a:solidFill>
                <a:latin typeface="Montserrat"/>
              </a:rPr>
              <a:t>Вы — наше вдохновение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914400" y="2011680"/>
            <a:ext cx="594324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Женщины — это: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Источник тепла и уюта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Хранительницы очага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Музы и вдохновительницы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Сила и нежность в одном лице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Спасибо за вашу заботу! 💐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" name="Picture 3" descr="image.png"/>
          <p:cNvPicPr/>
          <p:nvPr/>
        </p:nvPicPr>
        <p:blipFill>
          <a:blip r:embed="rId1"/>
          <a:stretch/>
        </p:blipFill>
        <p:spPr>
          <a:xfrm>
            <a:off x="6583680" y="1371600"/>
            <a:ext cx="4114440" cy="411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1"/>
          <p:cNvSpPr/>
          <p:nvPr/>
        </p:nvSpPr>
        <p:spPr>
          <a:xfrm>
            <a:off x="3269520" y="731520"/>
            <a:ext cx="53474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000" spc="-1" strike="noStrike">
                <a:solidFill>
                  <a:srgbClr val="ff69b4"/>
                </a:solidFill>
                <a:latin typeface="Montserrat"/>
              </a:rPr>
              <a:t>Весна начинается с вас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2"/>
          <p:cNvSpPr/>
          <p:nvPr/>
        </p:nvSpPr>
        <p:spPr>
          <a:xfrm>
            <a:off x="914400" y="2011680"/>
            <a:ext cx="594324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8 Марта — праздник весны и красоты!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Пусть в вашей жизни будет: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🌸 Много цветов и комплиментов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☀️ Яркого солнца и тепла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💖 Любви и гармонии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✨ Волшебства и чудес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4" name="Picture 3" descr="image.png"/>
          <p:cNvPicPr/>
          <p:nvPr/>
        </p:nvPicPr>
        <p:blipFill>
          <a:blip r:embed="rId1"/>
          <a:stretch/>
        </p:blipFill>
        <p:spPr>
          <a:xfrm>
            <a:off x="6583680" y="1371600"/>
            <a:ext cx="4114440" cy="411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"/>
          <p:cNvSpPr/>
          <p:nvPr/>
        </p:nvSpPr>
        <p:spPr>
          <a:xfrm>
            <a:off x="3367800" y="731520"/>
            <a:ext cx="51508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000" spc="-1" strike="noStrike">
                <a:solidFill>
                  <a:srgbClr val="ff69b4"/>
                </a:solidFill>
                <a:latin typeface="Montserrat"/>
              </a:rPr>
              <a:t>Вы достойны лучшего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2"/>
          <p:cNvSpPr/>
          <p:nvPr/>
        </p:nvSpPr>
        <p:spPr>
          <a:xfrm>
            <a:off x="914400" y="2011680"/>
            <a:ext cx="594324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Желаем вам: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Исполнения всех желаний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Реализации смелых планов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Карьерных успехов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Финансового благополучия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Вы заслуживаете всего лучшего! ✨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7" name="Picture 3" descr="image.png"/>
          <p:cNvPicPr/>
          <p:nvPr/>
        </p:nvPicPr>
        <p:blipFill>
          <a:blip r:embed="rId1"/>
          <a:stretch/>
        </p:blipFill>
        <p:spPr>
          <a:xfrm>
            <a:off x="6583680" y="1371600"/>
            <a:ext cx="4114440" cy="411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"/>
          <p:cNvSpPr/>
          <p:nvPr/>
        </p:nvSpPr>
        <p:spPr>
          <a:xfrm>
            <a:off x="3638520" y="731520"/>
            <a:ext cx="4609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000" spc="-1" strike="noStrike">
                <a:solidFill>
                  <a:srgbClr val="ff69b4"/>
                </a:solidFill>
                <a:latin typeface="Montserrat"/>
              </a:rPr>
              <a:t>Красота и мудрость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2"/>
          <p:cNvSpPr/>
          <p:nvPr/>
        </p:nvSpPr>
        <p:spPr>
          <a:xfrm>
            <a:off x="914400" y="2011680"/>
            <a:ext cx="594324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В женщине сочетается невозможное: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💫 Нежность и сила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🌺 Красота и мудрость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🎨 Творчество и логика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💎 Хрупкость и стойкость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Вы — чудо природы! 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0" name="Picture 3" descr="image.png"/>
          <p:cNvPicPr/>
          <p:nvPr/>
        </p:nvPicPr>
        <p:blipFill>
          <a:blip r:embed="rId1"/>
          <a:stretch/>
        </p:blipFill>
        <p:spPr>
          <a:xfrm>
            <a:off x="6583680" y="1371600"/>
            <a:ext cx="4114440" cy="411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Box 1"/>
          <p:cNvSpPr/>
          <p:nvPr/>
        </p:nvSpPr>
        <p:spPr>
          <a:xfrm>
            <a:off x="3861000" y="731520"/>
            <a:ext cx="41648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000" spc="-1" strike="noStrike">
                <a:solidFill>
                  <a:srgbClr val="ff69b4"/>
                </a:solidFill>
                <a:latin typeface="Montserrat"/>
              </a:rPr>
              <a:t>Семейное счастье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2"/>
          <p:cNvSpPr/>
          <p:nvPr/>
        </p:nvSpPr>
        <p:spPr>
          <a:xfrm>
            <a:off x="914400" y="2011680"/>
            <a:ext cx="594324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Желаем вам: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Крепкой и любящей семьи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Понимания и поддержки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Детского смеха в доме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• Уюта и гармонии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Семья — главное богатство! 👨‍👩‍👧‍👦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3" name="Picture 3" descr="image.png"/>
          <p:cNvPicPr/>
          <p:nvPr/>
        </p:nvPicPr>
        <p:blipFill>
          <a:blip r:embed="rId1"/>
          <a:stretch/>
        </p:blipFill>
        <p:spPr>
          <a:xfrm>
            <a:off x="6583680" y="1371600"/>
            <a:ext cx="4114440" cy="411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"/>
          <p:cNvSpPr/>
          <p:nvPr/>
        </p:nvSpPr>
        <p:spPr>
          <a:xfrm>
            <a:off x="3661920" y="731520"/>
            <a:ext cx="45626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000" spc="-1" strike="noStrike">
                <a:solidFill>
                  <a:srgbClr val="ff69b4"/>
                </a:solidFill>
                <a:latin typeface="Montserrat"/>
              </a:rPr>
              <a:t>Здоровье и энергия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2"/>
          <p:cNvSpPr/>
          <p:nvPr/>
        </p:nvSpPr>
        <p:spPr>
          <a:xfrm>
            <a:off x="914400" y="2011680"/>
            <a:ext cx="59432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Берегите себя!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Желаем: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💪 Крепкого здоровья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⚡ Бодрости и энергии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🧘‍♀️ Душевного равновесия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😊 Оптимизма и радости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Вы достойны быть счастливыми! 🌺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6" name="Picture 3" descr="image.png"/>
          <p:cNvPicPr/>
          <p:nvPr/>
        </p:nvPicPr>
        <p:blipFill>
          <a:blip r:embed="rId1"/>
          <a:stretch/>
        </p:blipFill>
        <p:spPr>
          <a:xfrm>
            <a:off x="6583680" y="1371600"/>
            <a:ext cx="4114440" cy="411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"/>
          <p:cNvSpPr/>
          <p:nvPr/>
        </p:nvSpPr>
        <p:spPr>
          <a:xfrm>
            <a:off x="4667040" y="731520"/>
            <a:ext cx="25524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000" spc="-1" strike="noStrike">
                <a:solidFill>
                  <a:srgbClr val="ff69b4"/>
                </a:solidFill>
                <a:latin typeface="Montserrat"/>
              </a:rPr>
              <a:t>С 8 Марта!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2"/>
          <p:cNvSpPr/>
          <p:nvPr/>
        </p:nvSpPr>
        <p:spPr>
          <a:xfrm>
            <a:off x="914400" y="2011680"/>
            <a:ext cx="594324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Дорогие женщины!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Пусть каждый день будет праздником!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🌹 Цветы круглый год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💝 Любовь и забота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🎁 Приятные сюрпризы</a:t>
            </a: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🥂 Праздничное настроение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34185"/>
                </a:solidFill>
                <a:latin typeface="Montserrat"/>
              </a:rPr>
              <a:t>С Международным женским днем! 🎉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9" name="Picture 3" descr="image.png"/>
          <p:cNvPicPr/>
          <p:nvPr/>
        </p:nvPicPr>
        <p:blipFill>
          <a:blip r:embed="rId1"/>
          <a:stretch/>
        </p:blipFill>
        <p:spPr>
          <a:xfrm>
            <a:off x="6583680" y="1371600"/>
            <a:ext cx="4114440" cy="411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1523880" y="2299680"/>
            <a:ext cx="9142920" cy="876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6000" spc="-1" strike="noStrike">
                <a:solidFill>
                  <a:schemeClr val="lt1"/>
                </a:solidFill>
                <a:latin typeface="Times New Roman"/>
              </a:rPr>
              <a:t>Спасибо за внимание!</a:t>
            </a:r>
            <a:endParaRPr b="0" lang="ru-RU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subTitle"/>
          </p:nvPr>
        </p:nvSpPr>
        <p:spPr>
          <a:xfrm>
            <a:off x="1523880" y="3855960"/>
            <a:ext cx="9142920" cy="232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lt1"/>
                </a:solidFill>
                <a:latin typeface="Times New Roman"/>
              </a:rPr>
              <a:t>Наши контакты: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lt1"/>
                </a:solidFill>
                <a:latin typeface="Times New Roman"/>
              </a:rPr>
              <a:t>117105, г. Москва, Варшавское шоссе, д. 16А  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lt1"/>
                </a:solidFill>
                <a:latin typeface="Times New Roman"/>
              </a:rPr>
              <a:t>тел.: 8 (499)418-00-02   e-mail: mkramn@inbox.ru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Times New Roman"/>
              </a:rPr>
              <a:t>www.mkramn.ru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LibreOffice/7.6.7.2$Linux_X86_64 LibreOffice_project/60$Build-2</Application>
  <AppVersion>15.0000</AppVersion>
  <Words>141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2020-04-25T15:42:00Z</dcterms:created>
  <dc:creator>Andrey PlP</dc:creator>
  <dc:description/>
  <dc:language>ru-RU</dc:language>
  <cp:lastModifiedBy/>
  <dcterms:modified xsi:type="dcterms:W3CDTF">2026-03-07T10:24:00Z</dcterms:modified>
  <cp:revision>53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FAFB7367369743A481923895EC17D1E5_13</vt:lpwstr>
  </property>
  <property fmtid="{D5CDD505-2E9C-101B-9397-08002B2CF9AE}" pid="3" name="KSOProductBuildVer">
    <vt:lpwstr>1049-12.2.0.19307</vt:lpwstr>
  </property>
  <property fmtid="{D5CDD505-2E9C-101B-9397-08002B2CF9AE}" pid="4" name="PresentationFormat">
    <vt:lpwstr>Произвольный</vt:lpwstr>
  </property>
  <property fmtid="{D5CDD505-2E9C-101B-9397-08002B2CF9AE}" pid="5" name="Slides">
    <vt:i4>11</vt:i4>
  </property>
</Properties>
</file>