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3" r:id="rId4"/>
    <p:sldMasterId id="2147483655" r:id="rId5"/>
    <p:sldMasterId id="2147483657" r:id="rId6"/>
    <p:sldMasterId id="2147483659" r:id="rId7"/>
    <p:sldMasterId id="2147483661" r:id="rId8"/>
    <p:sldMasterId id="2147483663" r:id="rId9"/>
    <p:sldMasterId id="2147483665" r:id="rId10"/>
    <p:sldMasterId id="2147483667" r:id="rId11"/>
    <p:sldMasterId id="2147483669" r:id="rId12"/>
    <p:sldMasterId id="2147483671" r:id="rId13"/>
    <p:sldMasterId id="2147483673" r:id="rId14"/>
    <p:sldMasterId id="2147483675" r:id="rId15"/>
    <p:sldMasterId id="2147483677" r:id="rId16"/>
    <p:sldMasterId id="2147483679" r:id="rId17"/>
    <p:sldMasterId id="2147483681" r:id="rId18"/>
    <p:sldMasterId id="2147483683" r:id="rId19"/>
    <p:sldMasterId id="2147483685" r:id="rId20"/>
    <p:sldMasterId id="2147483687" r:id="rId21"/>
    <p:sldMasterId id="2147483689" r:id="rId22"/>
  </p:sldMasterIdLst>
  <p:sldIdLst>
    <p:sldId id="256" r:id="rId23"/>
    <p:sldId id="257" r:id="rId24"/>
    <p:sldId id="258" r:id="rId25"/>
    <p:sldId id="259" r:id="rId27"/>
    <p:sldId id="260" r:id="rId28"/>
    <p:sldId id="261" r:id="rId29"/>
    <p:sldId id="262" r:id="rId30"/>
    <p:sldId id="263" r:id="rId31"/>
    <p:sldId id="264" r:id="rId32"/>
    <p:sldId id="265" r:id="rId33"/>
    <p:sldId id="266" r:id="rId34"/>
    <p:sldId id="267" r:id="rId35"/>
    <p:sldId id="268" r:id="rId36"/>
    <p:sldId id="269" r:id="rId3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" Target="slides/slide1.xml"/><Relationship Id="rId24" Type="http://schemas.openxmlformats.org/officeDocument/2006/relationships/slide" Target="slides/slide2.xml"/><Relationship Id="rId25" Type="http://schemas.openxmlformats.org/officeDocument/2006/relationships/slide" Target="slides/slide3.xml"/><Relationship Id="rId26" Type="http://schemas.openxmlformats.org/officeDocument/2006/relationships/presProps" Target="presProps.xml"/><Relationship Id="rId27" Type="http://schemas.openxmlformats.org/officeDocument/2006/relationships/slide" Target="slides/slide4.xml"/><Relationship Id="rId28" Type="http://schemas.openxmlformats.org/officeDocument/2006/relationships/slide" Target="slides/slide5.xml"/><Relationship Id="rId29" Type="http://schemas.openxmlformats.org/officeDocument/2006/relationships/slide" Target="slides/slide6.xml"/><Relationship Id="rId30" Type="http://schemas.openxmlformats.org/officeDocument/2006/relationships/slide" Target="slides/slide7.xml"/><Relationship Id="rId31" Type="http://schemas.openxmlformats.org/officeDocument/2006/relationships/slide" Target="slides/slide8.xml"/><Relationship Id="rId32" Type="http://schemas.openxmlformats.org/officeDocument/2006/relationships/slide" Target="slides/slide9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300" strike="noStrike" u="none">
                <a:solidFill>
                  <a:srgbClr val="000000"/>
                </a:solidFill>
                <a:uFillTx/>
                <a:latin typeface="Arial"/>
              </a:defRPr>
            </a:pPr>
            <a:r>
              <a:rPr b="0" lang="ru-RU" sz="1860" strike="noStrike" u="none">
                <a:solidFill>
                  <a:srgbClr val="ffffff"/>
                </a:solidFill>
                <a:uFillTx/>
                <a:latin typeface="Calibri"/>
              </a:rPr>
              <a:t>Заглавие диаграммы</a:t>
            </a:r>
          </a:p>
        </c:rich>
      </c:tx>
      <c:layout>
        <c:manualLayout>
          <c:xMode val="edge"/>
          <c:yMode val="edge"/>
          <c:x val="0.675200425211499"/>
          <c:y val="0.904524616304565"/>
        </c:manualLayout>
      </c:layout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rgbClr val="40c0ef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0</c:f>
              <c:numCache>
                <c:formatCode>"Основной"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004185"/>
            </a:solidFill>
            <a:ln w="0">
              <a:noFill/>
            </a:ln>
          </c:spPr>
          <c:invertIfNegative val="0"/>
          <c:dPt>
            <c:idx val="1"/>
            <c:invertIfNegative val="0"/>
            <c:spPr>
              <a:solidFill>
                <a:srgbClr val="00cccc"/>
              </a:solidFill>
              <a:ln w="0">
                <a:noFill/>
              </a:ln>
            </c:spPr>
          </c:dPt>
          <c:dLbls>
            <c:dLbl>
              <c:idx val="1"/>
              <c:txPr>
                <a:bodyPr wrap="non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1</c:f>
              <c:numCache>
                <c:formatCode>"Основной"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rgbClr val="a5a5a5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2</c:f>
              <c:numCache>
                <c:formatCode>"Основной"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gapWidth val="150"/>
        <c:overlap val="0"/>
        <c:axId val="55904480"/>
        <c:axId val="19743401"/>
      </c:barChart>
      <c:catAx>
        <c:axId val="55904480"/>
        <c:scaling>
          <c:orientation val="minMax"/>
        </c:scaling>
        <c:delete val="0"/>
        <c:axPos val="b"/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trike="noStrike" u="none">
                <a:solidFill>
                  <a:srgbClr val="ffffff"/>
                </a:solidFill>
                <a:uFillTx/>
                <a:latin typeface="Calibri"/>
              </a:defRPr>
            </a:pPr>
          </a:p>
        </c:txPr>
        <c:crossAx val="19743401"/>
        <c:crosses val="autoZero"/>
        <c:auto val="1"/>
        <c:lblAlgn val="ctr"/>
        <c:lblOffset val="100"/>
        <c:noMultiLvlLbl val="0"/>
      </c:catAx>
      <c:valAx>
        <c:axId val="19743401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55904480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lang="ru-RU" sz="1195" strike="noStrike" u="none">
              <a:solidFill>
                <a:srgbClr val="595959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300" strike="noStrike" u="none">
                <a:solidFill>
                  <a:srgbClr val="000000"/>
                </a:solidFill>
                <a:uFillTx/>
                <a:latin typeface="Arial"/>
              </a:defRPr>
            </a:pPr>
            <a:r>
              <a:rPr b="0" lang="ru-RU" sz="1860" strike="noStrike" u="none">
                <a:solidFill>
                  <a:srgbClr val="595959"/>
                </a:solidFill>
                <a:uFillTx/>
                <a:latin typeface="Calibri"/>
              </a:rPr>
              <a:t>Продажи</a:t>
            </a:r>
          </a:p>
        </c:rich>
      </c:tx>
      <c:overlay val="0"/>
      <c:spPr>
        <a:noFill/>
        <a:ln w="0">
          <a:noFill/>
        </a:ln>
      </c:spPr>
    </c:title>
    <c:autoTitleDeleted val="0"/>
    <c:view3D>
      <c:rotX val="30"/>
      <c:rotY val="0"/>
      <c:rAngAx val="0"/>
      <c:perspective val="30"/>
    </c:view3D>
    <c:floor>
      <c:spPr>
        <a:solidFill>
          <a:srgbClr val="d9d9d9"/>
        </a:solidFill>
        <a:ln w="0">
          <a:noFill/>
        </a:ln>
      </c:spPr>
    </c:floor>
    <c:sideWall>
      <c:spPr>
        <a:solidFill>
          <a:srgbClr val="d9d9d9"/>
        </a:solidFill>
        <a:ln w="0">
          <a:noFill/>
        </a:ln>
      </c:spPr>
    </c:sideWall>
    <c:backWall>
      <c:spPr>
        <a:solidFill>
          <a:srgbClr val="d9d9d9"/>
        </a:solidFill>
        <a:ln w="0">
          <a:noFill/>
        </a:ln>
      </c:spPr>
    </c:backWall>
    <c:plotArea>
      <c:pie3D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Продажи</c:v>
                </c:pt>
              </c:strCache>
            </c:strRef>
          </c:tx>
          <c:spPr>
            <a:solidFill>
              <a:srgbClr val="5b9bd5"/>
            </a:solidFill>
            <a:ln w="0">
              <a:noFill/>
            </a:ln>
          </c:spPr>
          <c:explosion val="0"/>
          <c:dPt>
            <c:idx val="0"/>
            <c:spPr>
              <a:solidFill>
                <a:srgbClr val="00cccc"/>
              </a:solidFill>
              <a:ln w="25560">
                <a:solidFill>
                  <a:srgbClr val="ffffff"/>
                </a:solidFill>
                <a:round/>
              </a:ln>
            </c:spPr>
          </c:dPt>
          <c:dPt>
            <c:idx val="1"/>
            <c:spPr>
              <a:solidFill>
                <a:srgbClr val="1e4590"/>
              </a:solidFill>
              <a:ln w="25560">
                <a:solidFill>
                  <a:srgbClr val="ffffff"/>
                </a:solidFill>
                <a:round/>
              </a:ln>
            </c:spPr>
          </c:dPt>
          <c:dPt>
            <c:idx val="2"/>
            <c:spPr>
              <a:solidFill>
                <a:srgbClr val="40c0ef"/>
              </a:solidFill>
              <a:ln w="25560">
                <a:solidFill>
                  <a:srgbClr val="ffffff"/>
                </a:solidFill>
                <a:round/>
              </a:ln>
            </c:spPr>
          </c:dPt>
          <c:dPt>
            <c:idx val="3"/>
            <c:spPr>
              <a:solidFill>
                <a:srgbClr val="f0dc81"/>
              </a:solidFill>
              <a:ln w="25560">
                <a:solidFill>
                  <a:srgbClr val="ffffff"/>
                </a:solidFill>
                <a:round/>
              </a:ln>
            </c:spPr>
          </c:dPt>
          <c:dLbls>
            <c:dLbl>
              <c:idx val="0"/>
              <c:txPr>
                <a:bodyPr wrap="non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1"/>
              <c:txPr>
                <a:bodyPr wrap="non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2"/>
              <c:txPr>
                <a:bodyPr wrap="non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3"/>
              <c:txPr>
                <a:bodyPr wrap="non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bestFit"/>
            <c:showLegendKey val="0"/>
            <c:showVal val="0"/>
            <c:showCatName val="0"/>
            <c:showSerName val="0"/>
            <c:showPercent val="0"/>
            <c:separator> </c:separator>
            <c:showLeaderLines val="1"/>
          </c:dLbls>
          <c:cat>
            <c:strRef>
              <c:f>categories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0</c:f>
              <c:numCache>
                <c:formatCode>"Основной"</c:formatCode>
                <c:ptCount val="4"/>
                <c:pt idx="0">
                  <c:v>8.2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</c:ser>
      </c:pie3DChart>
    </c:plotArea>
    <c:legend>
      <c:legendPos val="b"/>
      <c:overlay val="0"/>
      <c:spPr>
        <a:solidFill>
          <a:srgbClr val="40c0ef"/>
        </a:solidFill>
        <a:ln w="0">
          <a:noFill/>
        </a:ln>
      </c:spPr>
      <c:txPr>
        <a:bodyPr/>
        <a:lstStyle/>
        <a:p>
          <a:pPr>
            <a:defRPr b="0" lang="ru-RU" sz="1195" strike="noStrike" u="none">
              <a:solidFill>
                <a:srgbClr val="595959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300" strike="noStrike" u="none">
                <a:solidFill>
                  <a:srgbClr val="000000"/>
                </a:solidFill>
                <a:uFillTx/>
                <a:latin typeface="Arial"/>
              </a:defRPr>
            </a:pPr>
            <a:r>
              <a:rPr b="0" lang="ru-RU" sz="1860" strike="noStrike" u="none">
                <a:solidFill>
                  <a:srgbClr val="595959"/>
                </a:solidFill>
                <a:uFillTx/>
                <a:latin typeface="Calibri"/>
              </a:rPr>
              <a:t>Заглавие диаграммы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rgbClr val="4b80b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0</c:f>
              <c:numCache>
                <c:formatCode>"Основной"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5b9bd5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1</c:f>
              <c:numCache>
                <c:formatCode>"Основной"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rgbClr val="adc5e4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2</c:f>
              <c:numCache>
                <c:formatCode>"Основной"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gapWidth val="150"/>
        <c:overlap val="0"/>
        <c:axId val="35082254"/>
        <c:axId val="99039635"/>
      </c:barChart>
      <c:catAx>
        <c:axId val="35082254"/>
        <c:scaling>
          <c:orientation val="minMax"/>
        </c:scaling>
        <c:delete val="0"/>
        <c:axPos val="b"/>
        <c:numFmt formatCode="&quot;Основной&quot;" sourceLinked="0"/>
        <c:majorTickMark val="out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lang="ru-RU" sz="1195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99039635"/>
        <c:crosses val="autoZero"/>
        <c:auto val="1"/>
        <c:lblAlgn val="ctr"/>
        <c:lblOffset val="100"/>
        <c:noMultiLvlLbl val="0"/>
      </c:catAx>
      <c:valAx>
        <c:axId val="99039635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35082254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lang="ru-RU" sz="1195" strike="noStrike" u="none">
              <a:solidFill>
                <a:srgbClr val="595959"/>
              </a:solidFill>
              <a:uFillTx/>
              <a:latin typeface="Calibri"/>
            </a:defRPr>
          </a:pPr>
        </a:p>
      </c:txPr>
    </c:legend>
    <c:plotVisOnly val="1"/>
    <c:dispBlanksAs val="zero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300" strike="noStrike" u="none">
                <a:solidFill>
                  <a:srgbClr val="000000"/>
                </a:solidFill>
                <a:uFillTx/>
                <a:latin typeface="Arial"/>
              </a:defRPr>
            </a:pPr>
            <a:r>
              <a:rPr b="0" lang="ru-RU" sz="1860" strike="noStrike" u="none">
                <a:solidFill>
                  <a:srgbClr val="595959"/>
                </a:solidFill>
                <a:uFillTx/>
                <a:latin typeface="Calibri"/>
              </a:rPr>
              <a:t>Заглавие диаграммы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rgbClr val="40c0ef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0</c:f>
              <c:numCache>
                <c:formatCode>"Основной"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rgbClr val="ea7551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1</c:f>
              <c:numCache>
                <c:formatCode>"Основной"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rgbClr val="00cccc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2</c:f>
              <c:numCache>
                <c:formatCode>"Основной"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gapWidth val="150"/>
        <c:overlap val="0"/>
        <c:axId val="40153606"/>
        <c:axId val="84785331"/>
      </c:barChart>
      <c:catAx>
        <c:axId val="40153606"/>
        <c:scaling>
          <c:orientation val="minMax"/>
        </c:scaling>
        <c:delete val="0"/>
        <c:axPos val="b"/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84785331"/>
        <c:crosses val="autoZero"/>
        <c:auto val="1"/>
        <c:lblAlgn val="ctr"/>
        <c:lblOffset val="100"/>
        <c:noMultiLvlLbl val="0"/>
      </c:catAx>
      <c:valAx>
        <c:axId val="84785331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&quot;Основной&quot;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lang="ru-RU" sz="1195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40153606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lang="ru-RU" sz="1195" strike="noStrike" u="none">
              <a:solidFill>
                <a:srgbClr val="595959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7AACB3-834F-46CA-8F48-B76F86F74D5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AAA8513-4075-43D9-8713-9B19AD751E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F3B1265-ED09-4620-A871-0EA68A19FFC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FFBA43E-6EA3-43E1-94E9-DC6AA27E260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839DE32-55A1-4030-80AB-AE03301B4FD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0A25660-6D18-4BB7-BC8A-24DA2327933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C504F24-6A3E-4EF3-A583-1AD5FBA4BE0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92FBD8C-EE61-4943-B1E4-F8ED6196269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70147A0-D20B-4A70-8BE2-433433C969B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4EE60D1-A211-49CC-8099-35D689456A1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3FCD33FE-7994-4858-B9D0-9234D3240E4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65F4D63-8C93-4E81-91F1-A819B70FC28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F94DB2A-8943-4C35-AC35-6B53D6C56B0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53E14B4-8B8E-4E33-AEFD-91CD1DE0D6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6428801F-17B3-4615-B6F4-A181AA432B0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755C2928-A6E2-4E7C-9346-F1CA1DBB43E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A835AF95-B8BE-4480-97A3-F807D2E953D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50D0D224-27ED-4DD4-8764-1F32179015C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DA4C7E58-46CD-487C-B825-3A1E34C6D80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BE9CEFF3-CF08-43F6-88E1-8B5BF676874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5060A4BE-F004-4389-8AF6-8B849F2FF5A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2094A4BC-0B35-4C57-AD41-24FD72B9C3C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4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5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6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6.jpeg"/><Relationship Id="rId3" Type="http://schemas.openxmlformats.org/officeDocument/2006/relationships/slideLayout" Target="../slideLayouts/slideLayout7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7.jpeg"/><Relationship Id="rId3" Type="http://schemas.openxmlformats.org/officeDocument/2006/relationships/slideLayout" Target="../slideLayouts/slideLayout8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8.jpeg"/><Relationship Id="rId3" Type="http://schemas.openxmlformats.org/officeDocument/2006/relationships/slideLayout" Target="../slideLayouts/slideLayout9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0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1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2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3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4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0.jpeg"/><Relationship Id="rId3" Type="http://schemas.openxmlformats.org/officeDocument/2006/relationships/slideLayout" Target="../slideLayouts/slideLayout15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1.jpeg"/><Relationship Id="rId3" Type="http://schemas.openxmlformats.org/officeDocument/2006/relationships/slideLayout" Target="../slideLayouts/slideLayout16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2.jpeg"/><Relationship Id="rId3" Type="http://schemas.openxmlformats.org/officeDocument/2006/relationships/slideLayout" Target="../slideLayouts/slideLayout17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2.jpeg"/><Relationship Id="rId3" Type="http://schemas.openxmlformats.org/officeDocument/2006/relationships/slideLayout" Target="../slideLayouts/slideLayout18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2.jpeg"/><Relationship Id="rId3" Type="http://schemas.openxmlformats.org/officeDocument/2006/relationships/chart" Target="../charts/chart1.xml"/><Relationship Id="rId4" Type="http://schemas.openxmlformats.org/officeDocument/2006/relationships/slideLayout" Target="../slideLayouts/slideLayout19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2.jpeg"/><Relationship Id="rId3" Type="http://schemas.openxmlformats.org/officeDocument/2006/relationships/chart" Target="../charts/chart2.xml"/><Relationship Id="rId4" Type="http://schemas.openxmlformats.org/officeDocument/2006/relationships/slideLayout" Target="../slideLayouts/slideLayout20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2.jpeg"/><Relationship Id="rId3" Type="http://schemas.openxmlformats.org/officeDocument/2006/relationships/chart" Target="../charts/chart3.xml"/><Relationship Id="rId4" Type="http://schemas.openxmlformats.org/officeDocument/2006/relationships/slideLayout" Target="../slideLayouts/slideLayout21.xml"/></Relationships>
</file>

<file path=ppt/slideMasters/_rels/slideMaster2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2.jpeg"/><Relationship Id="rId3" Type="http://schemas.openxmlformats.org/officeDocument/2006/relationships/chart" Target="../charts/chart4.xml"/><Relationship Id="rId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D189BEFD-2F0C-4851-94E1-A857975FFB8D}" type="slidenum"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5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2ADDB61F-AE8D-4C27-9D65-EB093DA3C772}" type="slidenum"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3"/>
    <p:sldLayoutId id="2147483652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sldNum" idx="8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864C321D-71AF-48FF-93A1-701ED7A32F8E}" type="slidenum"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1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27969467-A7E1-47BF-B9E8-67EDED08F846}" type="slidenum"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" name="PlaceHolder 6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14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4AE6BC34-AF57-49BF-A761-C1C73C0B71B3}" type="slidenum"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17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C133CDDC-35AA-4A1B-8739-C6843A3FF3EE}" type="slidenum"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1</a:t>
            </a:fld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20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8988D69F-A97E-43ED-91AA-E1FAA11B3D2C}" type="slidenum"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1</a:t>
            </a:fld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3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0377C268-C0EA-4AAD-96E6-4D98FE0CF6EA}" type="slidenum"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1</a:t>
            </a:fld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6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F937E540-10BC-4F33-BBFB-217B090E3689}" type="slidenum"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1</a:t>
            </a:fld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sldNum" idx="29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8B10F6D0-F164-4F0C-8F5C-E9B7D5871E40}" type="slidenum"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ldNum" idx="32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94658421-838E-487B-8F60-566718BB75C1}" type="slidenum"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sldNum" idx="35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9C37A552-A1CD-4842-8FAB-D37087D774B6}" type="slidenum"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sldNum" idx="38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B6B1834B-6551-4DAA-B146-5F768E897993}" type="slidenum"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sldNum" idx="41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82661489-2CAD-4A49-9549-1130208AEEF0}" type="slidenum"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44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7C00DD6C-453A-4311-9609-E138A98FB286}" type="slidenum"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8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sldNum" idx="47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39B3997E-E63F-4E3E-B398-3B0F010E83FF}" type="slidenum"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0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ldNum" idx="50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7287DB41-4668-4B1E-A7A0-F4687CE0DD59}" type="slidenum"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4" name="Диаграмма 8"/>
          <p:cNvGraphicFramePr/>
          <p:nvPr/>
        </p:nvGraphicFramePr>
        <p:xfrm>
          <a:off x="2031840" y="719640"/>
          <a:ext cx="8127360" cy="54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ffffff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sldNum" idx="53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FF0AFCBC-1551-4126-9A5A-58626FA5E611}" type="slidenum"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4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0" name="Диаграмма 7"/>
          <p:cNvGraphicFramePr/>
          <p:nvPr/>
        </p:nvGraphicFramePr>
        <p:xfrm>
          <a:off x="2031840" y="719640"/>
          <a:ext cx="8127360" cy="54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1" name="PlaceHolder 1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sldNum" idx="56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BD1C7648-8550-4E75-90A3-2445475734B2}" type="slidenum"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6" r:id="rId4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4" name="Диаграмма 10"/>
          <p:cNvGraphicFramePr/>
          <p:nvPr/>
        </p:nvGraphicFramePr>
        <p:xfrm>
          <a:off x="2031840" y="719640"/>
          <a:ext cx="8127360" cy="54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5" name="PlaceHolder 1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sldNum" idx="59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D9B06FC1-D676-4553-B0D9-E53A69607B73}" type="slidenum"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4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8" name="Диаграмма 11"/>
          <p:cNvGraphicFramePr/>
          <p:nvPr/>
        </p:nvGraphicFramePr>
        <p:xfrm>
          <a:off x="2031840" y="719640"/>
          <a:ext cx="8127360" cy="54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9" name="PlaceHolder 1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sldNum" idx="62"/>
          </p:nvPr>
        </p:nvSpPr>
        <p:spPr>
          <a:xfrm>
            <a:off x="88678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</a:pPr>
            <a:fld id="{720FAD59-29F4-4282-A921-7370E32FADFE}" type="slidenum"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1523880" y="2299680"/>
            <a:ext cx="9143280" cy="87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6000" strike="noStrike" u="none">
                <a:solidFill>
                  <a:schemeClr val="lt1"/>
                </a:solidFill>
                <a:uFillTx/>
                <a:latin typeface="Times New Roman"/>
              </a:rPr>
              <a:t>Спасибо за внимание!</a:t>
            </a:r>
            <a:endParaRPr b="0" lang="ru-RU" sz="6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subTitle"/>
          </p:nvPr>
        </p:nvSpPr>
        <p:spPr>
          <a:xfrm>
            <a:off x="1523880" y="3855960"/>
            <a:ext cx="9143280" cy="232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trike="noStrike" u="none">
                <a:solidFill>
                  <a:schemeClr val="lt1"/>
                </a:solidFill>
                <a:uFillTx/>
                <a:latin typeface="Times New Roman"/>
              </a:rPr>
              <a:t>Наши контакты:</a:t>
            </a:r>
            <a:endParaRPr b="0" lang="ru-RU" sz="24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imes New Roman"/>
              </a:rPr>
              <a:t>117105, г. Москва, Варшавское шоссе, д. 16А   </a:t>
            </a:r>
            <a:endParaRPr b="0" lang="ru-RU" sz="24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imes New Roman"/>
              </a:rPr>
              <a:t>тел.: 8 (499)418-00-02   e-mail: mkramn@inbox.ru</a:t>
            </a:r>
            <a:endParaRPr b="0" lang="ru-RU" sz="24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lt1"/>
                </a:solidFill>
                <a:uFillTx/>
                <a:latin typeface="Times New Roman"/>
              </a:rPr>
              <a:t>www.mkramn.ru</a:t>
            </a:r>
            <a:endParaRPr b="0" lang="ru-RU" sz="2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34185"/>
                </a:solidFill>
                <a:latin typeface="Montserrat"/>
              </a:defRPr>
            </a:pPr>
            <a:r>
              <a:t>Праздничная презентация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8A8A7"/>
                </a:solidFill>
                <a:latin typeface="Montserrat"/>
              </a:defRPr>
            </a:pPr>
            <a:r>
              <a:t>23 Февраля и 8 Марта с котиками 🐱</a:t>
            </a:r>
            <a:br/>
            <a:r>
              <a:t>(ОФЛАЙН-версия)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034185"/>
                </a:solidFill>
                <a:latin typeface="Montserrat"/>
              </a:defRPr>
            </a:pPr>
            <a:r>
              <a:t>23 Февраля — День защитника Отечества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34185"/>
                </a:solidFill>
                <a:latin typeface="Montserrat"/>
              </a:defRPr>
            </a:pPr>
            <a:r>
              <a:t>День защитника Отечества — важный праздник в России.</a:t>
            </a:r>
            <a:br/>
            <a:br/>
            <a:r>
              <a:t>Поздравляем всех мужчин, защищающих нашу страну!</a:t>
            </a:r>
            <a:br/>
            <a:br/>
            <a:r>
              <a:t>Желаем:</a:t>
            </a:r>
            <a:br/>
            <a:r>
              <a:t>• Крепкого здоровья</a:t>
            </a:r>
            <a:br/>
            <a:r>
              <a:t>• Мужества и силы</a:t>
            </a:r>
            <a:br/>
            <a:r>
              <a:t>• Удачи во всех начинаниях</a:t>
            </a:r>
            <a:br/>
            <a:r>
              <a:t>• Мирного неба над головой</a:t>
            </a:r>
            <a:br/>
            <a:br/>
            <a:r>
              <a:t>С праздником! 🇷🇺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034185"/>
                </a:solidFill>
                <a:latin typeface="Montserrat"/>
              </a:defRPr>
            </a:pPr>
            <a:r>
              <a:t>Настоящим мужчинам посвящается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34185"/>
                </a:solidFill>
                <a:latin typeface="Montserrat"/>
              </a:defRPr>
            </a:pPr>
            <a:r>
              <a:t>Вы — наша опора и защита!</a:t>
            </a:r>
            <a:br/>
            <a:br/>
            <a:r>
              <a:t>💪 Сила духа и решительность</a:t>
            </a:r>
            <a:br/>
            <a:r>
              <a:t>🎯 Целеустремлённость и надёжность</a:t>
            </a:r>
            <a:br/>
            <a:r>
              <a:t>🤝 Верность слову и делу</a:t>
            </a:r>
            <a:br/>
            <a:r>
              <a:t>❤️ Забота о близких</a:t>
            </a:r>
            <a:br/>
            <a:br/>
            <a:r>
              <a:t>С Днём защитника Отечества! 🎖️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F69B4"/>
                </a:solidFill>
                <a:latin typeface="Montserrat"/>
              </a:defRPr>
            </a:pPr>
            <a:r>
              <a:t>8 Марта — Международный женский день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34185"/>
                </a:solidFill>
                <a:latin typeface="Montserrat"/>
              </a:defRPr>
            </a:pPr>
            <a:r>
              <a:t>Дорогие женщины!</a:t>
            </a:r>
            <a:br/>
            <a:br/>
            <a:r>
              <a:t>Поздравляем с самым весенним праздником!</a:t>
            </a:r>
            <a:br/>
            <a:br/>
            <a:r>
              <a:t>Желаем:</a:t>
            </a:r>
            <a:br/>
            <a:r>
              <a:t>• Цветов, улыбок и внимания</a:t>
            </a:r>
            <a:br/>
            <a:r>
              <a:t>• Счастья и любви</a:t>
            </a:r>
            <a:br/>
            <a:r>
              <a:t>• Успехов во всех делах</a:t>
            </a:r>
            <a:br/>
            <a:r>
              <a:t>• Всегда быть прекрасными! 🌷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F69B4"/>
                </a:solidFill>
                <a:latin typeface="Montserrat"/>
              </a:defRPr>
            </a:pPr>
            <a:r>
              <a:t>Вы — наше вдохновение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34185"/>
                </a:solidFill>
                <a:latin typeface="Montserrat"/>
              </a:defRPr>
            </a:pPr>
            <a:r>
              <a:t>Женщины — это:</a:t>
            </a:r>
            <a:br/>
            <a:r>
              <a:t>• Источник тепла и уюта</a:t>
            </a:r>
            <a:br/>
            <a:r>
              <a:t>• Хранительницы очага</a:t>
            </a:r>
            <a:br/>
            <a:r>
              <a:t>• Музы и вдохновительницы</a:t>
            </a:r>
            <a:br/>
            <a:r>
              <a:t>• Сила и нежность в одном лице</a:t>
            </a:r>
            <a:br/>
            <a:br/>
            <a:r>
              <a:t>Спасибо за вашу заботу! 💐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F69B4"/>
                </a:solidFill>
                <a:latin typeface="Montserrat"/>
              </a:defRPr>
            </a:pPr>
            <a:r>
              <a:t>Весна начинается с вас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34185"/>
                </a:solidFill>
                <a:latin typeface="Montserrat"/>
              </a:defRPr>
            </a:pPr>
            <a:r>
              <a:t>8 Марта — праздник весны и красоты!</a:t>
            </a:r>
            <a:br/>
            <a:br/>
            <a:r>
              <a:t>Пусть в вашей жизни будет:</a:t>
            </a:r>
            <a:br/>
            <a:r>
              <a:t>🌸 Много цветов и комплиментов</a:t>
            </a:r>
            <a:br/>
            <a:r>
              <a:t>☀️ Яркого солнца и тепла</a:t>
            </a:r>
            <a:br/>
            <a:r>
              <a:t>💖 Любви и гармонии</a:t>
            </a:r>
            <a:br/>
            <a:r>
              <a:t>✨ Волшебства и чудес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F69B4"/>
                </a:solidFill>
                <a:latin typeface="Montserrat"/>
              </a:defRPr>
            </a:pPr>
            <a:r>
              <a:t>Вы достойны лучшего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34185"/>
                </a:solidFill>
                <a:latin typeface="Montserrat"/>
              </a:defRPr>
            </a:pPr>
            <a:r>
              <a:t>Желаем вам:</a:t>
            </a:r>
            <a:br/>
            <a:r>
              <a:t>• Исполнения всех желаний</a:t>
            </a:r>
            <a:br/>
            <a:r>
              <a:t>• Реализации смелых планов</a:t>
            </a:r>
            <a:br/>
            <a:r>
              <a:t>• Карьерных успехов</a:t>
            </a:r>
            <a:br/>
            <a:r>
              <a:t>• Финансового благополучия</a:t>
            </a:r>
            <a:br/>
            <a:br/>
            <a:r>
              <a:t>Вы заслуживаете всего лучшего! ✨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F69B4"/>
                </a:solidFill>
                <a:latin typeface="Montserrat"/>
              </a:defRPr>
            </a:pPr>
            <a:r>
              <a:t>Красота и мудрость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34185"/>
                </a:solidFill>
                <a:latin typeface="Montserrat"/>
              </a:defRPr>
            </a:pPr>
            <a:r>
              <a:t>В женщине сочетается невозможное:</a:t>
            </a:r>
            <a:br/>
            <a:br/>
            <a:r>
              <a:t>💫 Нежность и сила</a:t>
            </a:r>
            <a:br/>
            <a:r>
              <a:t>🌺 Красота и мудрость</a:t>
            </a:r>
            <a:br/>
            <a:r>
              <a:t>🎨 Творчество и логика</a:t>
            </a:r>
            <a:br/>
            <a:r>
              <a:t>💎 Хрупкость и стойкость</a:t>
            </a:r>
            <a:br/>
            <a:br/>
            <a:r>
              <a:t>Вы — чудо природы! 🦋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F69B4"/>
                </a:solidFill>
                <a:latin typeface="Montserrat"/>
              </a:defRPr>
            </a:pPr>
            <a:r>
              <a:t>Семейное счастье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34185"/>
                </a:solidFill>
                <a:latin typeface="Montserrat"/>
              </a:defRPr>
            </a:pPr>
            <a:r>
              <a:t>Желаем вам:</a:t>
            </a:r>
            <a:br/>
            <a:r>
              <a:t>• Крепкой и любящей семьи</a:t>
            </a:r>
            <a:br/>
            <a:r>
              <a:t>• Понимания и поддержки</a:t>
            </a:r>
            <a:br/>
            <a:r>
              <a:t>• Детского смеха в доме</a:t>
            </a:r>
            <a:br/>
            <a:r>
              <a:t>• Уюта и гармонии</a:t>
            </a:r>
            <a:br/>
            <a:br/>
            <a:r>
              <a:t>Семья — главное богатство! 👨‍👩‍👧‍👦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F69B4"/>
                </a:solidFill>
                <a:latin typeface="Montserrat"/>
              </a:defRPr>
            </a:pPr>
            <a:r>
              <a:t>Здоровье и энергия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34185"/>
                </a:solidFill>
                <a:latin typeface="Montserrat"/>
              </a:defRPr>
            </a:pPr>
            <a:r>
              <a:t>Берегите себя!</a:t>
            </a:r>
            <a:br/>
            <a:br/>
            <a:r>
              <a:t>Желаем:</a:t>
            </a:r>
            <a:br/>
            <a:r>
              <a:t>💪 Крепкого здоровья</a:t>
            </a:r>
            <a:br/>
            <a:r>
              <a:t>⚡ Бодрости и энергии</a:t>
            </a:r>
            <a:br/>
            <a:r>
              <a:t>🧘‍♀️ Душевного равновесия</a:t>
            </a:r>
            <a:br/>
            <a:r>
              <a:t>😊 Оптимизма и радости</a:t>
            </a:r>
            <a:br/>
            <a:br/>
            <a:r>
              <a:t>Вы достойны быть счастливыми! 🌺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F69B4"/>
                </a:solidFill>
                <a:latin typeface="Montserrat"/>
              </a:defRPr>
            </a:pPr>
            <a:r>
              <a:t>С 8 Марта!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34185"/>
                </a:solidFill>
                <a:latin typeface="Montserrat"/>
              </a:defRPr>
            </a:pPr>
            <a:r>
              <a:t>Дорогие женщины!</a:t>
            </a:r>
            <a:br/>
            <a:br/>
            <a:r>
              <a:t>Пусть каждый день будет праздником!</a:t>
            </a:r>
            <a:br/>
            <a:br/>
            <a:r>
              <a:t>🌹 Цветы круглый год</a:t>
            </a:r>
            <a:br/>
            <a:r>
              <a:t>💝 Любовь и забота</a:t>
            </a:r>
            <a:br/>
            <a:r>
              <a:t>🎁 Приятные сюрпризы</a:t>
            </a:r>
            <a:br/>
            <a:r>
              <a:t>🥂 Праздничное настроение</a:t>
            </a:r>
            <a:br/>
            <a:br/>
            <a:r>
              <a:t>С Международным женским днем! 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Специальное оформление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LibreOffice/24.8.4.2$Linux_X86_64 LibreOffice_project/480$Build-2</Application>
  <AppVersion>15.0000</AppVersion>
  <Words>141</Words>
  <Paragraphs>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2020-04-25T15:42:00Z</dcterms:created>
  <dc:creator>Andrey PlP</dc:creator>
  <dc:description/>
  <dc:language>ru-RU</dc:language>
  <cp:lastModifiedBy/>
  <dcterms:modified xsi:type="dcterms:W3CDTF">2025-09-13T16:43:55Z</dcterms:modified>
  <cp:revision>52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FAFB7367369743A481923895EC17D1E5_13</vt:lpwstr>
  </property>
  <property fmtid="{D5CDD505-2E9C-101B-9397-08002B2CF9AE}" pid="3" name="KSOProductBuildVer">
    <vt:lpwstr>1049-12.2.0.19307</vt:lpwstr>
  </property>
  <property fmtid="{D5CDD505-2E9C-101B-9397-08002B2CF9AE}" pid="4" name="PresentationFormat">
    <vt:lpwstr>Произвольный</vt:lpwstr>
  </property>
  <property fmtid="{D5CDD505-2E9C-101B-9397-08002B2CF9AE}" pid="5" name="Slides">
    <vt:i4>11</vt:i4>
  </property>
</Properties>
</file>